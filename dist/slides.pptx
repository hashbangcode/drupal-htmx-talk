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will appear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Doing Drupal for 15 years.
- Programming in general for 20.
- This is a picture of a Lily58 mechanical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Scan the QR code for the talk repo. Which has links to all of the resources you need.
- There's also a Drupal and Storybook article on my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Technically, it's been in Drupal since 11.2, but only as experimental.
- First I'm going to introduce you to HTMX.
- Run a couple of examples using PHP has a backend.
- Then look at using HTMX in Drupal.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HTMX means that you don't need to write any JavaScript to make ajax requests.
Everything is powered through HTML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Just needs one file to be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What does the response look like?
- It just needs to return 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means that every time an element is added to the page it will use outerHTML, rather than the default of innerHTML.
This will replace the elements instead of injecting data into them.
This configuration option changes how the response is handled.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Created by Marp</dc:creator>
  <cp:lastModifiedBy>Created by Marp</cp:lastModifiedBy>
  <cp:revision>1</cp:revision>
  <dcterms:created xsi:type="dcterms:W3CDTF">2026-02-08T23:23:10Z</dcterms:created>
  <dcterms:modified xsi:type="dcterms:W3CDTF">2026-02-08T23:23:10Z</dcterms:modified>
</cp:coreProperties>
</file>