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
You also need to create a method called getRequest() in the controller as this is abstract method in the 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2026-02-26T22:43:22Z</dcterms:created>
  <dcterms:modified xsi:type="dcterms:W3CDTF">2026-02-26T22:43:22Z</dcterms:modified>
</cp:coreProperties>
</file>