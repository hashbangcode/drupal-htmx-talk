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band refers to the element and the result not being tied closely together. HTMX is based on the "locality of behavior" rule, which means things should happen close to where they originated.
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
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 you have two actions in your controller or one action that serve normal and one for HTMX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
The service is called "request_stack".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There's no need to include the request object in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2026-02-17T08:52:22Z</dcterms:created>
  <dcterms:modified xsi:type="dcterms:W3CDTF">2026-02-17T08:52:22Z</dcterms:modified>
</cp:coreProperties>
</file>