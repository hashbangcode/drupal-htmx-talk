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some information about HTMX and links to these projects on hashbangcode.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strange JSON formatted data.
The state of the application is in the HTML, rather than kept external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
- Replace the #div2 with the selected element from the request.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changes the global swap style that HTMX uses.
Be careful! This can change how your application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uses constructor property promotion and auto-wiring to inject the request stack into the controller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elemnts don't exist in the form build they won't be part of the submit process.
Also, use post requests for HTMX 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HTMX has the concept of inherited attributes. So you can make the whole form an ajax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2026-02-15T17:38:18Z</dcterms:created>
  <dcterms:modified xsi:type="dcterms:W3CDTF">2026-02-15T17:38:18Z</dcterms:modified>
</cp:coreProperties>
</file>