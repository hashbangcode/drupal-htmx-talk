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
You also need to create a method called getRequest() in the controller as this is abstract method in the 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decorates the form element with the HTMX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would happen if you created the form from scratch.
Form intput parameters can alter the .
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2026-02-22T20:10:33Z</dcterms:created>
  <dcterms:modified xsi:type="dcterms:W3CDTF">2026-02-22T20:10:33Z</dcterms:modified>
</cp:coreProperties>
</file>