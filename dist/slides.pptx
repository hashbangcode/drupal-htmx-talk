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some information about HTMX and links to these projects on hashbangcode.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strange JSON formatted data.
The state of the application is in the HTML, rather than kept external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band refers to the element and the result not being tied closely together. HTMX is based on the "locality of behavior" rule, which means things should happen close to where they originated.
This will:
- Replace the "Send Request" text with "Requset Sent".
- Replace the #div1 with the selected element from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
- Replace the #div2 with the selected element from the request.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
This changes the global swap style that HTMX uses.
Be careful! This can change how your application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HTMX has the concept of inherited attributes. So you can make the whole form an ajax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 you have two actions in your controller or one action that serve normal and one for HTMX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uses constructor property promotion and auto-wiring to inject the request stack into the controller class.
The service is called "request_stack".
You also need to create a method called getRequest() in the controller as this is abstract method in the 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decorates the form element with the HTMX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There's no need to include the request object in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would happen if you created the form from scratch.
Form intput parameters can alter the .
If the elemnts don't exist in the form build they won't be part of the submit process.
Also, use post requests for HTMX 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2026-02-26T09:07:18Z</dcterms:created>
  <dcterms:modified xsi:type="dcterms:W3CDTF">2026-02-26T09:07:18Z</dcterms:modified>
</cp:coreProperties>
</file>