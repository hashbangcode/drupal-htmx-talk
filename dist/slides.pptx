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in general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a Drupal and Storybook article on my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drupal.htmx includes 
- htmx-utils.js
- htmx-assets.js
- htmx-behaviors.js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2026-02-14T12:23:48Z</dcterms:created>
  <dcterms:modified xsi:type="dcterms:W3CDTF">2026-02-14T12:23:48Z</dcterms:modified>
</cp:coreProperties>
</file>